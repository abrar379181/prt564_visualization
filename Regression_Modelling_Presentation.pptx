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8" y="6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Regression Modelling Task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Linear and Logistic Regression Analysis on Avian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Justifications for Chosen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035447" cy="434966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Linear Regression:</a:t>
            </a:r>
          </a:p>
          <a:p>
            <a:r>
              <a:rPr dirty="0"/>
              <a:t>• Purpose: Predicts a continuous dependent variable using features like Temperature, Poultry Density.</a:t>
            </a:r>
          </a:p>
          <a:p>
            <a:r>
              <a:rPr dirty="0"/>
              <a:t>• Justification: Appropriate since 'Outbreak Logistics Regression' is continuous.</a:t>
            </a:r>
          </a:p>
          <a:p>
            <a:endParaRPr dirty="0"/>
          </a:p>
          <a:p>
            <a:r>
              <a:rPr dirty="0"/>
              <a:t>Logistic Regression:</a:t>
            </a:r>
          </a:p>
          <a:p>
            <a:r>
              <a:rPr dirty="0"/>
              <a:t>• Purpose: Predicts binary outcomes (e.g., outbreak vs. no outbreak).</a:t>
            </a:r>
          </a:p>
          <a:p>
            <a:r>
              <a:rPr dirty="0"/>
              <a:t>• Justification: Ideal for 'Cases' variable transformed into binary (0 = No Outbreak, 1 = Outbreak).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Linear Regression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Target Variable: Outbreak Logistics Regression</a:t>
            </a:r>
          </a:p>
          <a:p>
            <a:r>
              <a:rPr dirty="0"/>
              <a:t>Features: Temperature, Poultry Density</a:t>
            </a:r>
          </a:p>
          <a:p>
            <a:r>
              <a:rPr dirty="0"/>
              <a:t>Steps:</a:t>
            </a:r>
          </a:p>
          <a:p>
            <a:r>
              <a:rPr dirty="0"/>
              <a:t>1. Fit the linear regression model.</a:t>
            </a:r>
          </a:p>
          <a:p>
            <a:r>
              <a:rPr dirty="0"/>
              <a:t>2. Interpret the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Target Variable: Binary Cases (0 = No Outbreak, 1 = Outbreak)</a:t>
            </a:r>
          </a:p>
          <a:p>
            <a:r>
              <a:rPr dirty="0"/>
              <a:t>Features: Temperature, Poultry Density, Clinical Sign</a:t>
            </a:r>
          </a:p>
          <a:p>
            <a:r>
              <a:rPr dirty="0"/>
              <a:t>Steps:</a:t>
            </a:r>
          </a:p>
          <a:p>
            <a:r>
              <a:rPr dirty="0"/>
              <a:t>1. Convert 'Cases' to binary.</a:t>
            </a:r>
          </a:p>
          <a:p>
            <a:r>
              <a:rPr dirty="0"/>
              <a:t>2. Fit the logistic regression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Linear Regression:</a:t>
            </a:r>
          </a:p>
          <a:p>
            <a:r>
              <a:rPr dirty="0"/>
              <a:t>• Mean Squared Error (MSE): 0.0471</a:t>
            </a:r>
          </a:p>
          <a:p>
            <a:r>
              <a:rPr dirty="0"/>
              <a:t>• Indicates low prediction error.</a:t>
            </a:r>
          </a:p>
          <a:p>
            <a:endParaRPr dirty="0"/>
          </a:p>
          <a:p>
            <a:r>
              <a:rPr dirty="0"/>
              <a:t>Logistic Regression:</a:t>
            </a:r>
          </a:p>
          <a:p>
            <a:r>
              <a:rPr dirty="0"/>
              <a:t>• Accuracy: 76.71%</a:t>
            </a:r>
          </a:p>
          <a:p>
            <a:r>
              <a:rPr dirty="0"/>
              <a:t>• Effectively classifies outbreak occurrences.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Regression:</a:t>
            </a:r>
          </a:p>
          <a:p>
            <a:r>
              <a:t>• Suitable for continuous outcome prediction.</a:t>
            </a:r>
          </a:p>
          <a:p>
            <a:r>
              <a:t>• Low MSE indicates reliable performance.</a:t>
            </a:r>
          </a:p>
          <a:p>
            <a:endParaRPr/>
          </a:p>
          <a:p>
            <a:r>
              <a:t>Logistic Regression:</a:t>
            </a:r>
          </a:p>
          <a:p>
            <a:r>
              <a:t>• Effective for binary classification.</a:t>
            </a:r>
          </a:p>
          <a:p>
            <a:r>
              <a:t>• Accuracy of 76.71% shows solid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232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Regression Modelling Task</vt:lpstr>
      <vt:lpstr>Justifications for Chosen Models</vt:lpstr>
      <vt:lpstr>Linear Regression Implementation</vt:lpstr>
      <vt:lpstr>Logistic Regression Implementation</vt:lpstr>
      <vt:lpstr>Model Evaluation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Mehruz Saif</cp:lastModifiedBy>
  <cp:revision>2</cp:revision>
  <dcterms:created xsi:type="dcterms:W3CDTF">2013-01-27T09:14:16Z</dcterms:created>
  <dcterms:modified xsi:type="dcterms:W3CDTF">2025-04-22T15:47:17Z</dcterms:modified>
  <cp:category/>
</cp:coreProperties>
</file>